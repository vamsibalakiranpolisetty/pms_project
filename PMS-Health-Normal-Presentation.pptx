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8331ac78c1470e" /><Relationship Type="http://schemas.openxmlformats.org/officeDocument/2006/relationships/extended-properties" Target="/docProps/app.xml" Id="Rb32a3e6cfc464d4f" /><Relationship Type="http://schemas.openxmlformats.org/officeDocument/2006/relationships/officeDocument" Target="/ppt/presentation.xml" Id="R681bb1391574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696959d874088"/>
  </p:sldMasterIdLst>
  <p:notesMasterIdLst>
    <p:notesMasterId xmlns:r="http://schemas.openxmlformats.org/officeDocument/2006/relationships" r:id="Rc899414950804b04"/>
  </p:notesMasterIdLst>
  <p:sldIdLst>
    <p:sldId xmlns:r="http://schemas.openxmlformats.org/officeDocument/2006/relationships" id="256" r:id="R0604481894574724"/>
    <p:sldId xmlns:r="http://schemas.openxmlformats.org/officeDocument/2006/relationships" id="257" r:id="Rd607f4111b304f9c"/>
    <p:sldId xmlns:r="http://schemas.openxmlformats.org/officeDocument/2006/relationships" id="258" r:id="Rc2b255f76036460c"/>
    <p:sldId xmlns:r="http://schemas.openxmlformats.org/officeDocument/2006/relationships" id="259" r:id="R9a30f05d77244ef4"/>
    <p:sldId xmlns:r="http://schemas.openxmlformats.org/officeDocument/2006/relationships" id="260" r:id="R09fcdd106d3542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273b8a69d474d" /><Relationship Type="http://schemas.openxmlformats.org/officeDocument/2006/relationships/slideMaster" Target="/ppt/slideMasters/slideMaster1.xml" Id="Rd03696959d874088" /><Relationship Type="http://schemas.openxmlformats.org/officeDocument/2006/relationships/notesMaster" Target="/ppt/notesMasters/notesMaster1.xml" Id="Rc899414950804b04" /><Relationship Type="http://schemas.openxmlformats.org/officeDocument/2006/relationships/presProps" Target="/ppt/presProps.xml" Id="Rb0e7be3753ff41cd" /><Relationship Type="http://schemas.openxmlformats.org/officeDocument/2006/relationships/viewProps" Target="/ppt/viewProps.xml" Id="Rf23833781144440d" /><Relationship Type="http://schemas.openxmlformats.org/officeDocument/2006/relationships/tableStyles" Target="/ppt/tableStyles.xml" Id="R13592f5bceda41c8" /><Relationship Type="http://schemas.openxmlformats.org/officeDocument/2006/relationships/slide" Target="/ppt/slides/slide1.xml" Id="R0604481894574724" /><Relationship Type="http://schemas.openxmlformats.org/officeDocument/2006/relationships/slide" Target="/ppt/slides/slide2.xml" Id="Rd607f4111b304f9c" /><Relationship Type="http://schemas.openxmlformats.org/officeDocument/2006/relationships/slide" Target="/ppt/slides/slide3.xml" Id="Rc2b255f76036460c" /><Relationship Type="http://schemas.openxmlformats.org/officeDocument/2006/relationships/slide" Target="/ppt/slides/slide4.xml" Id="R9a30f05d77244ef4" /><Relationship Type="http://schemas.openxmlformats.org/officeDocument/2006/relationships/slide" Target="/ppt/slides/slide5.xml" Id="R09fcdd106d3542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5f67458e6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0929d854e48ef" /><Relationship Type="http://schemas.openxmlformats.org/officeDocument/2006/relationships/notesMaster" Target="/ppt/notesMasters/notesMaster1.xml" Id="Re3b015b135934c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c8b579bff248e4" /><Relationship Type="http://schemas.openxmlformats.org/officeDocument/2006/relationships/notesMaster" Target="/ppt/notesMasters/notesMaster1.xml" Id="R7e34253d8ea846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20da1e11144f09" /><Relationship Type="http://schemas.openxmlformats.org/officeDocument/2006/relationships/notesMaster" Target="/ppt/notesMasters/notesMaster1.xml" Id="R89d149f5b617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868cbfabd4bc3" /><Relationship Type="http://schemas.openxmlformats.org/officeDocument/2006/relationships/notesMaster" Target="/ppt/notesMasters/notesMaster1.xml" Id="R67553739ee3949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3ae8b96ef4450" /><Relationship Type="http://schemas.openxmlformats.org/officeDocument/2006/relationships/notesMaster" Target="/ppt/notesMasters/notesMaster1.xml" Id="R7c724fb5b740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2d15ee94d4b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7c72e21e54f36" /><Relationship Type="http://schemas.openxmlformats.org/officeDocument/2006/relationships/slideLayout" Target="/ppt/slideLayouts/slideLayout1.xml" Id="R085c86cc016f4b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5c86cc016f4b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a9bc7805d4469" /><Relationship Type="http://schemas.openxmlformats.org/officeDocument/2006/relationships/notesSlide" Target="/ppt/notesSlides/notesSlide1.xml" Id="R20c7a2afb56341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0c5713192458b" /><Relationship Type="http://schemas.openxmlformats.org/officeDocument/2006/relationships/notesSlide" Target="/ppt/notesSlides/notesSlide2.xml" Id="R886a7c19e512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b638d3b6643b9" /><Relationship Type="http://schemas.openxmlformats.org/officeDocument/2006/relationships/notesSlide" Target="/ppt/notesSlides/notesSlide3.xml" Id="Rff28d649981c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5d12bba774150" /><Relationship Type="http://schemas.openxmlformats.org/officeDocument/2006/relationships/notesSlide" Target="/ppt/notesSlides/notesSlide4.xml" Id="R173d00108f14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6b94ee00d4480" /><Relationship Type="http://schemas.openxmlformats.org/officeDocument/2006/relationships/notesSlide" Target="/ppt/notesSlides/notesSlide5.xml" Id="R240a558e8afb45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E0D40-5DC1-446A-9469-44505642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165F7-0C00-46EC-9BCC-86EE578D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4087E-AF4C-4170-8E44-3E0FF0C1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PMS Health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1B7AF-6B39-43DA-9F8B-31D44DC6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DE22-AA30-4BA6-8099-535BC968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PMS Health - Patient Health Assessment and Care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47C2-222B-4DA0-A528-82A2BC5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Patient Health Assessment and Care-Preparation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646A1-147A-49D3-A9ED-B693937B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A full-stack project for organizing symptoms, health history, follow-up questions, and safe doctor-preparation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05F98-F639-4E62-84A6-A5EC6234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0ACAD-0AE2-496B-A45F-A1476AC3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Presenter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806AF-1790-43AC-9DF8-1B73BDE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Vamsi Polisetty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77B92-210B-4373-B2FC-13EF0CE4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3375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5A9DA-5946-4B14-8803-165E1576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623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Technology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90906-A302-4CA1-A4A8-99189B5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433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React + TypeScript, Spring Boot,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B4493-8482-43C5-B43E-7EF1CC7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7A0DE-A458-4C6C-BAE2-F40F852E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AI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C2179-28AB-42E2-873D-E6370792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Mock AI only in current branch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DC5FA-1F0D-49FB-A4B6-4DDE520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Important boundary: PMS is for health awareness and care preparation. It does not diagnose disease, prescribe medicine, or replace emergency medical care.</a:t>
            </a:r>
          </a:p>
        </p:txBody>
      </p:sp>
    </p:spTree>
    <p:extLst>
      <p:ext uri="{BB962C8B-B14F-4D97-AF65-F5344CB8AC3E}">
        <p14:creationId xmlns:p14="http://schemas.microsoft.com/office/powerpoint/2010/main" val="721513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99C81-6DB8-4551-8F41-C8241DD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BE517-1E46-4B14-90AF-ABB9FC03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D2F5D-E883-44BF-8F02-04DBAEC9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1286D-5926-48E7-A1C9-F4C3E59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17844-008E-4CCD-A0B8-2878890C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PMS Health - Patient Health Assessment and Care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80D7B-6E12-45D0-AF12-C3A6990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Why this project is needed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5900D-DFAB-4AF4-A808-918B8EF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Many users are not ready with organized health information when they consult a doctor.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EEE00-F67D-4515-9224-ED2EA61F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08EB9-B6B0-4DB1-BB06-E5A0E7B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Users may forget symptom timing, severity, duration, temperature details, or related symptoms.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5B072-39B7-42EA-BA65-6E42FF1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3544B-0E8A-4751-B0ED-32C5EBE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Health history such as allergies, medicines, chronic conditions, and family history is often scattered.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AB46A-B675-403E-8C44-F3A05DEA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79513-0DF6-4ED5-8F4A-88ADD6C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Simple risk labels are not enough; users need explanation, monitoring points, and doctor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1735A-2314-41E1-8961-E8B99B1C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F364B-20AE-40B8-ABF2-07B73CDC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A safe system must avoid diagnosis claims and must highlight urgent warning signs using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CD477-52DC-49B1-BFE6-D387C9B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PMS solves this by preparing a structured care guide that users can take into a medical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939791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9162E-B788-457E-8373-136E7103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2447D-47FF-45D3-9F67-41362B1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100E1-FA4E-4A2D-B380-BA709EE1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Solution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BB308-1B94-42DC-B407-19C2B55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D8E5E-A4F7-428C-A19C-9B042386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PMS Health - Patient Health Assessment and Care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AA7AD-42BB-4776-9617-DE7B56D2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Main features of PMS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85878-1FB7-4716-8FB3-5C44D8E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D37D5-895E-4F75-A2E1-6E7EE083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Patient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06A15-6248-4569-AD76-926F1B4F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1D17-B49D-4D27-BA98-72337515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EE821-DE1E-4DB1-A1AC-49524739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Profile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7BD55-176F-4135-B1BA-B47C375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Collects basic details and health-history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FF702-B13B-4CF1-9BD8-6E604900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963D0-1315-4ABE-ACCE-7C042AF9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8A4D1-9C5E-4D58-93E0-C07FA127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Guided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948ED-0F17-4C56-9B79-A99CF7A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Collects symptoms, severity, duration, temperature, and chronic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46DAE-826F-4987-A01A-21F82902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F80E8-CAB9-49C2-8ECA-F7A2965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CE1EC-0A7F-4DB2-A0B7-18FFEA33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52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Care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CE12C-4D47-4BB6-93E9-395C9413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386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Shows summary, explanation, next steps, monitoring, and doctor questions.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28FBD-443B-44AC-ADBB-BF9B99B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476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EB9CF-4076-48D6-902E-BEC025A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Staff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FA804-F7C6-466F-97DB-296FB4C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D0FE7-5EDD-429E-B31F-7EDC3EFA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58F78-6586-44A1-B99E-F4823DC1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Review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D91DC-AD74-4207-A4E6-15E51DB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Staff can review completed assessment records.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56344-D38E-4C90-904F-F3EC7EA1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3060C-8A50-4592-804E-E1EE0826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8DCA10-E418-4251-A518-3A46EF5B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Safety rules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FB358-2083-4B22-83DD-B2E1AD2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385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Rules can raise risk for future assessments.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F135B-F176-4E3C-8761-2AD4038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BD0A3-E099-402C-B9FF-48F09A6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51C673-D71D-4143-B684-39399AA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Question bank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3B52E-17AB-4363-9A06-F65FF8F6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Active questions can appear in future follow-up cards.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28A85-2EF3-4B3A-BFB5-1A882776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Patient and staff flows are separated by role-based login.</a:t>
            </a:r>
          </a:p>
        </p:txBody>
      </p:sp>
    </p:spTree>
    <p:extLst>
      <p:ext uri="{BB962C8B-B14F-4D97-AF65-F5344CB8AC3E}">
        <p14:creationId xmlns:p14="http://schemas.microsoft.com/office/powerpoint/2010/main" val="2131167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870E3-CFF3-482E-A5BA-AF44EC5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6CABE-2138-479F-B5F8-FBF9241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F1298-EE4D-4A0C-90EF-CEA31B2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75C59-878C-40DE-8DA7-A034A54F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85A0F-44E3-4159-9C29-07A7D10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PMS Health - Patient Health Assessment and Care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5EF4-E6E6-4428-A26C-1BDB2A3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Architecture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EE913-D5BC-446D-8ED3-6AFCB07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The frontend calls the backend through Vite. Spring Boot owns business logic, safety rules, mock AI wording, and database persistence.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92675-09F8-48D1-99C5-15B4E70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24CA3-5D64-498D-829F-DE9D3F6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React + TypeScript</a:t>
            </a:r>
          </a:p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92428-4A43-4A0F-92EC-E56375FD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81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C4283-BD30-418B-A6CD-0864B6F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F7AAF-AAE2-452D-918D-D001F309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Vite API</a:t>
            </a:r>
          </a:p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78793-A70B-4C5E-BA30-6B0E09D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81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02630-0297-4B83-9742-211232C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46180-FE58-4110-8B18-CA98AAF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908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Spring Boot</a:t>
            </a:r>
          </a:p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1743C-9640-4AE1-AE55-AF71368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81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F98DA-8033-4757-B559-D5FDE6CE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AEC53-08D6-4BC5-9F65-07D0FD2E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Services</a:t>
            </a:r>
          </a:p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Auth / Assessment / Risk / Mock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6254A-26C4-4AA3-87BE-678B3241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81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DCE51-17FC-410C-BD70-5789F326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1D7AE-D726-4E67-A157-A9E1204B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1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4F896-E818-49A2-97F9-C1D4DCC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Backend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E90D8-F752-4C91-9310-F71D70D3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Rules detect safety concerns and protected red flags. MockAiInsightService creates care-preparation wording for demo/testing. JPA repositories persist users, assessments, rules, questions, and analytics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A1F72-1E87-4354-8F2C-CDE1E52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AI clarification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5D7FF-6065-48C5-9A8B-46EB5A55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Current version uses mock AI only. A real AI provider can be added later behind the backend using environment variables.</a:t>
            </a:r>
          </a:p>
        </p:txBody>
      </p:sp>
    </p:spTree>
    <p:extLst>
      <p:ext uri="{BB962C8B-B14F-4D97-AF65-F5344CB8AC3E}">
        <p14:creationId xmlns:p14="http://schemas.microsoft.com/office/powerpoint/2010/main" val="268431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9C31A-1DE7-4CD5-8F98-A2DC2378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FD6DC-A835-4F7C-A02D-E9BEADD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A7317-FD9A-4C50-9D74-A153F68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 Flow And Future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F983C-86F9-44C9-BED5-94692D1C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8DDF-C8E1-4DA6-9A82-16C651FC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PMS Health - Patient Health Assessment and Care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67163-86F7-49E7-8FA4-9913451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Suggested demo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AA38C-46F4-4ABD-B18B-7B7BCE8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3A9DC-EF07-4363-AC46-41807AA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Landing page: explain PMS as a care-preparation assistant.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B6F63-1C6E-4D12-A8A1-52423A7C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0A4C6-5F35-4A6A-A5AA-81E8877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Signup or login: show patient-only signup and separate staff login.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E0C02-9AFF-4A17-B352-201DA59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DE1B1-F9D7-4620-8D09-346579FF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Profile setup: complete health-history cards.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A8DE2-8AFD-4E73-8B72-5DC366C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A733F-9CD7-45CD-A155-A537F66D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Assessment: select symptoms, answer follow-ups, and generate the care guide.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582FD-731E-419A-AA10-0B9D6D35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B72FF-6A00-4D3A-96DC-6E62C3E7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B34"/>
                </a:solidFill>
                <a:latin typeface="Aptos"/>
                <a:ea typeface="Aptos"/>
                <a:cs typeface="Aptos"/>
              </a:rPr>
              <a:t>History and staff review: open completed reports and review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DE4C1-0980-4B3E-8B6A-17D334D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B57"/>
                </a:solidFill>
                <a:latin typeface="Aptos Display"/>
                <a:ea typeface="Aptos Display"/>
                <a:cs typeface="Aptos Display"/>
              </a:rPr>
              <a:t>Future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A0197-616D-4E66-8DD5-3F80E9C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Future improvements can include real AI provider integration, stronger security, PDF report extraction, doctor dashboard, appointment flow, cloud deployment, and production privacy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79F3C-9888-4EFD-A054-314FA054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71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65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E6572"/>
                </a:solidFill>
                <a:latin typeface="Aptos"/>
                <a:ea typeface="Aptos"/>
                <a:cs typeface="Aptos"/>
              </a:rPr>
              <a:t>Final answer for demo questions: PMS uses mock AI now, not real external AI.</a:t>
            </a:r>
          </a:p>
        </p:txBody>
      </p:sp>
    </p:spTree>
    <p:extLst>
      <p:ext uri="{BB962C8B-B14F-4D97-AF65-F5344CB8AC3E}">
        <p14:creationId xmlns:p14="http://schemas.microsoft.com/office/powerpoint/2010/main" val="2014979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2026-06-03T03:43:37.2880000Z</dcterms:created>
  <dcterms:modified xsi:type="dcterms:W3CDTF">2026-06-03T03:43:37.2890000Z</dcterms:modified>
</coreProperties>
</file>